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3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4E60D-2FCD-4139-BC97-AE44F31A94C1}" type="datetimeFigureOut">
              <a:rPr lang="en-US" smtClean="0"/>
              <a:t>14-Jan-25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88F147C-303B-4009-9B88-7B7155CD5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366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4E60D-2FCD-4139-BC97-AE44F31A94C1}" type="datetimeFigureOut">
              <a:rPr lang="en-US" smtClean="0"/>
              <a:t>14-Jan-25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F147C-303B-4009-9B88-7B7155CD5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979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4E60D-2FCD-4139-BC97-AE44F31A94C1}" type="datetimeFigureOut">
              <a:rPr lang="en-US" smtClean="0"/>
              <a:t>14-Jan-25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88F147C-303B-4009-9B88-7B7155CD5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962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4E60D-2FCD-4139-BC97-AE44F31A94C1}" type="datetimeFigureOut">
              <a:rPr lang="en-US" smtClean="0"/>
              <a:t>14-Jan-25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88F147C-303B-4009-9B88-7B7155CD5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943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4E60D-2FCD-4139-BC97-AE44F31A94C1}" type="datetimeFigureOut">
              <a:rPr lang="en-US" smtClean="0"/>
              <a:t>14-Jan-25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88F147C-303B-4009-9B88-7B7155CD5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42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4E60D-2FCD-4139-BC97-AE44F31A94C1}" type="datetimeFigureOut">
              <a:rPr lang="en-US" smtClean="0"/>
              <a:t>14-Jan-25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F147C-303B-4009-9B88-7B7155CD5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474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4E60D-2FCD-4139-BC97-AE44F31A94C1}" type="datetimeFigureOut">
              <a:rPr lang="en-US" smtClean="0"/>
              <a:t>14-Jan-25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F147C-303B-4009-9B88-7B7155CD5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062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4E60D-2FCD-4139-BC97-AE44F31A94C1}" type="datetimeFigureOut">
              <a:rPr lang="en-US" smtClean="0"/>
              <a:t>14-Jan-25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F147C-303B-4009-9B88-7B7155CD5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991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4E60D-2FCD-4139-BC97-AE44F31A94C1}" type="datetimeFigureOut">
              <a:rPr lang="en-US" smtClean="0"/>
              <a:t>14-Jan-25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88F147C-303B-4009-9B88-7B7155CD5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741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4E60D-2FCD-4139-BC97-AE44F31A94C1}" type="datetimeFigureOut">
              <a:rPr lang="en-US" smtClean="0"/>
              <a:t>14-Jan-25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88F147C-303B-4009-9B88-7B7155CD5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240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4E60D-2FCD-4139-BC97-AE44F31A94C1}" type="datetimeFigureOut">
              <a:rPr lang="en-US" smtClean="0"/>
              <a:t>14-Jan-25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88F147C-303B-4009-9B88-7B7155CD55F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098639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4E60D-2FCD-4139-BC97-AE44F31A94C1}" type="datetimeFigureOut">
              <a:rPr lang="en-US" smtClean="0"/>
              <a:t>14-Jan-25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88F147C-303B-4009-9B88-7B7155CD5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1339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4E60D-2FCD-4139-BC97-AE44F31A94C1}" type="datetimeFigureOut">
              <a:rPr lang="en-US" smtClean="0"/>
              <a:t>14-Jan-25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88F147C-303B-4009-9B88-7B7155CD55FC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79470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4E60D-2FCD-4139-BC97-AE44F31A94C1}" type="datetimeFigureOut">
              <a:rPr lang="en-US" smtClean="0"/>
              <a:t>14-Jan-25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88F147C-303B-4009-9B88-7B7155CD5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6150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4E60D-2FCD-4139-BC97-AE44F31A94C1}" type="datetimeFigureOut">
              <a:rPr lang="en-US" smtClean="0"/>
              <a:t>14-Jan-25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F147C-303B-4009-9B88-7B7155CD5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1782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4E60D-2FCD-4139-BC97-AE44F31A94C1}" type="datetimeFigureOut">
              <a:rPr lang="en-US" smtClean="0"/>
              <a:t>14-Jan-25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F147C-303B-4009-9B88-7B7155CD5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502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74E60D-2FCD-4139-BC97-AE44F31A94C1}" type="datetimeFigureOut">
              <a:rPr lang="en-US" smtClean="0"/>
              <a:t>14-Jan-25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88F147C-303B-4009-9B88-7B7155CD5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198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589213" y="2514598"/>
            <a:ext cx="8915399" cy="2262781"/>
          </a:xfrm>
        </p:spPr>
        <p:txBody>
          <a:bodyPr/>
          <a:lstStyle/>
          <a:p>
            <a:r>
              <a:rPr lang="en-US" dirty="0" smtClean="0"/>
              <a:t>The Rivers of </a:t>
            </a:r>
            <a:r>
              <a:rPr lang="en-US" dirty="0"/>
              <a:t>B</a:t>
            </a:r>
            <a:r>
              <a:rPr lang="en-US" dirty="0" smtClean="0"/>
              <a:t>angladesh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i="1" dirty="0" smtClean="0"/>
              <a:t>Lifelines of a Nation</a:t>
            </a:r>
            <a:endParaRPr lang="en-US" b="1" i="1" dirty="0"/>
          </a:p>
        </p:txBody>
      </p:sp>
      <p:sp>
        <p:nvSpPr>
          <p:cNvPr id="13" name="Rectangle 12"/>
          <p:cNvSpPr/>
          <p:nvPr/>
        </p:nvSpPr>
        <p:spPr>
          <a:xfrm>
            <a:off x="8888506" y="0"/>
            <a:ext cx="3303494" cy="69924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9480176" y="684165"/>
            <a:ext cx="2711824" cy="57822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0098741" y="1264931"/>
            <a:ext cx="2093259" cy="4706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0663518" y="1735579"/>
            <a:ext cx="1528482" cy="510988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812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 smtClean="0"/>
              <a:t>Overview of Rivers in </a:t>
            </a:r>
            <a:r>
              <a:rPr lang="en-US" dirty="0"/>
              <a:t>B</a:t>
            </a:r>
            <a:r>
              <a:rPr lang="en-US" dirty="0" smtClean="0"/>
              <a:t>angladesh                     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r>
              <a:rPr lang="en-US" b="1" dirty="0" smtClean="0"/>
              <a:t>Brief introduction about Bangladesh as a riverine country.</a:t>
            </a:r>
          </a:p>
          <a:p>
            <a:r>
              <a:rPr lang="en-US" b="1" dirty="0" smtClean="0"/>
              <a:t>Mention the Significance of rivers in it’s culture, economy and geography.</a:t>
            </a:r>
          </a:p>
          <a:p>
            <a:r>
              <a:rPr lang="en-US" b="1" dirty="0" smtClean="0"/>
              <a:t>Image of the river network of Bangladesh</a:t>
            </a:r>
          </a:p>
          <a:p>
            <a:endParaRPr lang="en-US" b="1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31311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Major Rivers of Bangladesh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 smtClean="0"/>
              <a:t>Highlight the key revers</a:t>
            </a:r>
          </a:p>
          <a:p>
            <a:pPr marL="0" indent="0">
              <a:buNone/>
            </a:pPr>
            <a:endParaRPr lang="en-US" dirty="0" smtClean="0"/>
          </a:p>
          <a:p>
            <a:pPr lvl="2">
              <a:buFont typeface="Courier New" panose="02070309020205020404" pitchFamily="49" charset="0"/>
              <a:buChar char="o"/>
            </a:pPr>
            <a:r>
              <a:rPr lang="en-US" b="1" dirty="0" smtClean="0"/>
              <a:t>Padma River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b="1" dirty="0" err="1" smtClean="0"/>
              <a:t>Jamuna</a:t>
            </a:r>
            <a:r>
              <a:rPr lang="en-US" b="1" dirty="0" smtClean="0"/>
              <a:t> River</a:t>
            </a:r>
            <a:endParaRPr lang="en-US" b="1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en-US" b="1" dirty="0" err="1" smtClean="0"/>
              <a:t>Meghna</a:t>
            </a:r>
            <a:r>
              <a:rPr lang="en-US" b="1" dirty="0" smtClean="0"/>
              <a:t> </a:t>
            </a:r>
            <a:r>
              <a:rPr lang="en-US" b="1" dirty="0"/>
              <a:t>River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b="1" dirty="0" smtClean="0"/>
              <a:t>Brahmaputra River</a:t>
            </a:r>
            <a:r>
              <a:rPr lang="en-US" dirty="0" smtClean="0"/>
              <a:t>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b="1" dirty="0" smtClean="0"/>
              <a:t>Ganges River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59136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Importance of Rivers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 smtClean="0"/>
              <a:t> Economic Importance</a:t>
            </a:r>
          </a:p>
          <a:p>
            <a:pPr marL="0" indent="0">
              <a:buNone/>
            </a:pPr>
            <a:endParaRPr lang="en-US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Agriculture (irrigation and fertile soil).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Fisheries.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Transportation and trade.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dirty="0" smtClean="0"/>
              <a:t>Environmental Importance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 smtClean="0"/>
              <a:t>Biodiversity hotspots.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 smtClean="0"/>
              <a:t>Role in the ecosystem and floodplain replenishment.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663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Challenges Facing Rivers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7196" y="2185115"/>
            <a:ext cx="8915400" cy="377762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Pollution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Industrial and domestic waste.</a:t>
            </a:r>
          </a:p>
          <a:p>
            <a:pPr marL="457200" lvl="1" indent="0">
              <a:buNone/>
            </a:pPr>
            <a:r>
              <a:rPr lang="en-US" dirty="0" smtClean="0"/>
              <a:t>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Climate Change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Floods, Droughts, and rising sea levels.</a:t>
            </a:r>
          </a:p>
          <a:p>
            <a:pPr marL="457200" lvl="1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b="1" dirty="0" smtClean="0"/>
              <a:t>Riverbank Erosion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Displacement of communities.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546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Cultural and Religious Significance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r>
              <a:rPr lang="en-US" b="1" dirty="0" smtClean="0"/>
              <a:t>Rivers in Bengali literature, songs and folklore.</a:t>
            </a:r>
          </a:p>
          <a:p>
            <a:r>
              <a:rPr lang="en-US" b="1" dirty="0" smtClean="0"/>
              <a:t>Religious ceremonies and festivals associated with rivers.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08031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Climate change and future challenges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Rising Sea levels: </a:t>
            </a:r>
            <a:r>
              <a:rPr lang="en-US" dirty="0" smtClean="0"/>
              <a:t>Due to climate change, the rising sea level could affect the sea level could affect the salinity and water levels of rivers, posing a long-term risk to Bangladesh.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Extreme weather Events: </a:t>
            </a:r>
            <a:r>
              <a:rPr lang="en-US" dirty="0" smtClean="0"/>
              <a:t>The increased frequency of extreme events like floods, cyclones, and droughts could have further impacts on the river systems.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903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River Management and Government Efforts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endParaRPr lang="en-US" b="1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 smtClean="0"/>
              <a:t>National River Conservation commission(NRCC):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You could cover government policies and the NRCC’s role in preserving and managing river resources.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 smtClean="0"/>
              <a:t>International Agreements: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Bangladesh shares many rivers with neighboring India. Discuss the role of international agreements (e.g., the Ganges Water </a:t>
            </a:r>
            <a:r>
              <a:rPr lang="en-US" dirty="0" err="1" smtClean="0"/>
              <a:t>Treary</a:t>
            </a:r>
            <a:r>
              <a:rPr lang="en-US" dirty="0" smtClean="0"/>
              <a:t>) in managing shared river resources. </a:t>
            </a:r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30780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Solutions and Future Prospects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Sustainable </a:t>
            </a:r>
            <a:r>
              <a:rPr lang="en-US" dirty="0"/>
              <a:t>river management practices.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Awareness campaigns for reducing pollution.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Government and NGO initiatives for conservation.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Potential for ecotourism.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199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 smtClean="0"/>
              <a:t>Recap the importance of rivers Bangladesh.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 smtClean="0"/>
              <a:t>Call to action for conservation efforts.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28327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Picture of River in Bangladesh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972" y="2352742"/>
            <a:ext cx="2705100" cy="2095501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2639" y="2305118"/>
            <a:ext cx="2357284" cy="2143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1534" y="2305118"/>
            <a:ext cx="2571750" cy="2143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6609" y="4715149"/>
            <a:ext cx="3339548" cy="18383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8631" y="4715149"/>
            <a:ext cx="3596502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162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Wisp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252</TotalTime>
  <Words>310</Words>
  <Application>Microsoft Office PowerPoint</Application>
  <PresentationFormat>Widescreen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Century Gothic</vt:lpstr>
      <vt:lpstr>Courier New</vt:lpstr>
      <vt:lpstr>Wingdings</vt:lpstr>
      <vt:lpstr>Wingdings 3</vt:lpstr>
      <vt:lpstr>Wisp</vt:lpstr>
      <vt:lpstr>The Rivers of Bangladesh</vt:lpstr>
      <vt:lpstr>Overview of Rivers in Bangladesh                        </vt:lpstr>
      <vt:lpstr>Major Rivers of Bangladesh</vt:lpstr>
      <vt:lpstr>Importance of Rivers</vt:lpstr>
      <vt:lpstr>Challenges Facing Rivers</vt:lpstr>
      <vt:lpstr>Cultural and Religious Significance </vt:lpstr>
      <vt:lpstr>Climate change and future challenges</vt:lpstr>
      <vt:lpstr>River Management and Government Efforts</vt:lpstr>
      <vt:lpstr>Solutions and Future Prospects</vt:lpstr>
      <vt:lpstr>Conclusion</vt:lpstr>
      <vt:lpstr>Picture of River in Bangladesh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lk</dc:creator>
  <cp:lastModifiedBy>lk</cp:lastModifiedBy>
  <cp:revision>30</cp:revision>
  <dcterms:created xsi:type="dcterms:W3CDTF">2025-01-13T14:17:35Z</dcterms:created>
  <dcterms:modified xsi:type="dcterms:W3CDTF">2025-01-13T18:37:12Z</dcterms:modified>
</cp:coreProperties>
</file>